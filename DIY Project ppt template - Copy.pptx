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omkarg984/DIY-Healthcare-Project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- OMKAR VINOD GAIKWAD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061" y="2050553"/>
            <a:ext cx="5806530" cy="743448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 </a:t>
            </a:r>
            <a:r>
              <a:rPr lang="en-I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healthcare data and identify the factors that influence the frequency of doctor visits among individuals.”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A7A1A1-F1DC-EEAB-578C-52DA9F6ED9E4}"/>
              </a:ext>
            </a:extLst>
          </p:cNvPr>
          <p:cNvSpPr txBox="1"/>
          <p:nvPr/>
        </p:nvSpPr>
        <p:spPr>
          <a:xfrm>
            <a:off x="802433" y="1697669"/>
            <a:ext cx="80989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data to understand the factors that may influence the number of times a person visits a doctor. The dataset contains information about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gender, age, income, illnesses, health condition, reduced activity, chronic conditions, and healthcare support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factors, the project aims to identify patterns and relationships associated with doctor visits. The analysis can help students understand how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personal, financial, health-related, and healthcare-support factors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connected to healthcare utilization.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lvl="0" algn="just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Professionals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understand patient health patterns and doctor visit frequency. </a:t>
            </a:r>
          </a:p>
          <a:p>
            <a:pPr lvl="0" algn="just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Clinics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</a:t>
            </a:r>
            <a:r>
              <a:rPr lang="en-IN"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healthcare utilization and plan services. </a:t>
            </a:r>
          </a:p>
          <a:p>
            <a:pPr lvl="0" algn="just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Administrators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support healthcare resource and service planning. </a:t>
            </a:r>
          </a:p>
          <a:p>
            <a:pPr lvl="0" algn="just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and Data Analysts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study factors associated with healthcare usage. </a:t>
            </a:r>
          </a:p>
          <a:p>
            <a:pPr lvl="0" algn="just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Health Organizations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support healthcare planning and policy decisions. </a:t>
            </a:r>
          </a:p>
          <a:p>
            <a:pPr lvl="0" algn="just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Educators</a:t>
            </a: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 learn and demonstrate healthcare data analytics. </a:t>
            </a:r>
          </a:p>
          <a:p>
            <a:pPr algn="just">
              <a:lnSpc>
                <a:spcPct val="150000"/>
              </a:lnSpc>
            </a:pP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32560"/>
            <a:ext cx="7640320" cy="5243448"/>
          </a:xfrm>
        </p:spPr>
        <p:txBody>
          <a:bodyPr/>
          <a:lstStyle/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Seaborn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Jupyter Notebook / Google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Format: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CSV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CSV Dataset 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Graphs, charts, statistical analysis, and insights</a:t>
            </a:r>
          </a:p>
          <a:p>
            <a:pPr lvl="1"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E2EF9-4ABD-96D5-E05C-162ADA365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7" y="1275371"/>
            <a:ext cx="6634725" cy="2742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855636-ADB4-1EC5-45CD-7BB3132E8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4017546"/>
            <a:ext cx="8865652" cy="27444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307315-F5AE-70FB-152B-95243B9D60D2}"/>
              </a:ext>
            </a:extLst>
          </p:cNvPr>
          <p:cNvSpPr txBox="1"/>
          <p:nvPr/>
        </p:nvSpPr>
        <p:spPr>
          <a:xfrm>
            <a:off x="7193903" y="1275371"/>
            <a:ext cx="25939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HUB LINK 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https://github.com/omkarg984/DIY-Healthcare-Project</a:t>
            </a: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0546" y="1800808"/>
            <a:ext cx="11724210" cy="278789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593</TotalTime>
  <Words>273</Words>
  <Application>Microsoft Office PowerPoint</Application>
  <PresentationFormat>Widescreen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Omkar Gaikwad</cp:lastModifiedBy>
  <cp:revision>75</cp:revision>
  <dcterms:created xsi:type="dcterms:W3CDTF">2021-07-11T13:13:15Z</dcterms:created>
  <dcterms:modified xsi:type="dcterms:W3CDTF">2026-10-22T17:31:53Z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